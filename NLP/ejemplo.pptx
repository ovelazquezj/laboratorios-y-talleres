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19" autoAdjust="0"/>
    <p:restoredTop sz="94660"/>
  </p:normalViewPr>
  <p:slideViewPr>
    <p:cSldViewPr snapToGrid="0">
      <p:cViewPr varScale="1">
        <p:scale>
          <a:sx n="62" d="100"/>
          <a:sy n="62" d="100"/>
        </p:scale>
        <p:origin x="96" y="27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A5D824C-3976-9CEC-C3E2-4B1FAB54D97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8D5A5B15-6F4B-327B-F0F5-C12AB3B013E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73B00CE-9828-7E27-E19B-1E5FD3F534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BBA4BA-D28A-4770-8A2C-82A8E800C3F4}" type="datetimeFigureOut">
              <a:rPr lang="es-MX" smtClean="0"/>
              <a:t>27/06/2025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2645D59-5B49-E886-6AFE-6B61A3B3E7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DC7C88F-1742-59A2-21B4-182E998B72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D4932E-201C-4222-ABA4-973FCF244193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8035735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B217D8D-DC79-219C-B1C3-F1EEE006E1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7091DE9-46C2-50F5-01F1-64E7814474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D35DEA2-6390-9359-D16D-8262AE1F1B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BBA4BA-D28A-4770-8A2C-82A8E800C3F4}" type="datetimeFigureOut">
              <a:rPr lang="es-MX" smtClean="0"/>
              <a:t>27/06/2025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F2590B7-7E85-55AC-549A-7C19DC7BA2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752F89A-A4C4-0471-9892-BB7E3878DC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D4932E-201C-4222-ABA4-973FCF244193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5023390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090BC61-CD98-AE21-DB28-4898F40D3F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F1AB665C-9D81-1742-A087-99BE9563F76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E5BEA55-DA24-B959-0917-B64EBA3AC6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BBA4BA-D28A-4770-8A2C-82A8E800C3F4}" type="datetimeFigureOut">
              <a:rPr lang="es-MX" smtClean="0"/>
              <a:t>27/06/2025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AF15E1B-725B-0068-A58B-59423CF066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5B37337-C2D8-38F1-E0D0-D67EC43AC1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D4932E-201C-4222-ABA4-973FCF244193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4780254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E1D8483-C3CE-8EB7-2518-8D950513D8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98DFEFC-1041-DE74-07F1-14CFF547EA2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4A996DCD-463B-069F-F4AF-87529F5DFB5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D2FE68BB-E43E-B18B-771D-9864E80365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BBA4BA-D28A-4770-8A2C-82A8E800C3F4}" type="datetimeFigureOut">
              <a:rPr lang="es-MX" smtClean="0"/>
              <a:t>27/06/2025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BCEBFBDA-E965-553A-679D-D79B4DB0E2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47E20531-2F33-E70A-D1C1-C92B9055DB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D4932E-201C-4222-ABA4-973FCF244193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1456320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822B3D7-0FE0-9217-D19D-56B8DCCDB1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13978342-87D7-A047-1F97-632531FC94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F3CB066D-059F-3E79-23AE-35184A856DF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8D149642-401C-E197-D36B-0D825E791E8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C0DC0B04-788A-673E-572A-F351185F944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01471B03-A0FE-F036-D570-967A24801E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BBA4BA-D28A-4770-8A2C-82A8E800C3F4}" type="datetimeFigureOut">
              <a:rPr lang="es-MX" smtClean="0"/>
              <a:t>27/06/2025</a:t>
            </a:fld>
            <a:endParaRPr lang="es-MX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B339E392-83E7-735E-7C43-50403DC7B9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D98F9DBE-3B2B-594B-712C-07B9D802F5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D4932E-201C-4222-ABA4-973FCF244193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9076423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C9BB223-0E31-7D51-4E91-35393B3FB6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E66D26C3-E019-9D19-3F98-132FBE04CB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BBA4BA-D28A-4770-8A2C-82A8E800C3F4}" type="datetimeFigureOut">
              <a:rPr lang="es-MX" smtClean="0"/>
              <a:t>27/06/2025</a:t>
            </a:fld>
            <a:endParaRPr lang="es-MX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CB814051-CF92-555D-24A1-9611D51C3D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2B8ADF01-E367-47CD-0F9D-0D4BCC94B2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D4932E-201C-4222-ABA4-973FCF244193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2411140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D36069BA-9F77-59B0-EF15-742215A508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BBA4BA-D28A-4770-8A2C-82A8E800C3F4}" type="datetimeFigureOut">
              <a:rPr lang="es-MX" smtClean="0"/>
              <a:t>27/06/2025</a:t>
            </a:fld>
            <a:endParaRPr lang="es-MX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E3012520-3F1B-2C6A-167F-7FA9C0BD86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74128D16-00B7-4FDD-1C96-D82311FD6D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D4932E-201C-4222-ABA4-973FCF244193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2208863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98E445A-CE24-841D-57B0-16AB2DD14B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2BC28FD-4F10-CA41-8C6D-083649F24C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7EC83A83-B754-E8A5-3D78-C7DD28427E2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D1F2477B-7BB2-F6CE-BD47-9A4008F9A1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BBA4BA-D28A-4770-8A2C-82A8E800C3F4}" type="datetimeFigureOut">
              <a:rPr lang="es-MX" smtClean="0"/>
              <a:t>27/06/2025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F2A43E31-018D-3AC1-F008-C2C7E43478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14D35EB8-05D9-5DDA-9FB8-1EB744606A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D4932E-201C-4222-ABA4-973FCF244193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4625012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553C177-C677-4671-24EA-B8F82E8B42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F16ADE54-306E-DB39-BCD5-4B4E283DE57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MX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0C28082F-F593-C784-EC4F-1AD748AAA35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C1A768A6-577F-3E35-8555-995CD63E39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BBA4BA-D28A-4770-8A2C-82A8E800C3F4}" type="datetimeFigureOut">
              <a:rPr lang="es-MX" smtClean="0"/>
              <a:t>27/06/2025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FAD2A6BB-7BE6-2BB9-D0FD-5245894FEA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F7A8DBA9-C446-2AAE-DEE4-A3D2277FF2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D4932E-201C-4222-ABA4-973FCF244193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689885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7D742A2-6CC7-F1B8-DEE5-9811CC160C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986ED7C3-DD3B-5D2A-8163-454A6568DA1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FBE2FBD-875E-2AF9-4DDC-5AD8A2212C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BBA4BA-D28A-4770-8A2C-82A8E800C3F4}" type="datetimeFigureOut">
              <a:rPr lang="es-MX" smtClean="0"/>
              <a:t>27/06/2025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0E56058-EF4F-2719-9AA3-02BA04A8D1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6E9E459-A1BD-1EEB-C295-339CA7E254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D4932E-201C-4222-ABA4-973FCF244193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3244284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C84DE352-8745-F620-FBBF-BE62B2F29C6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C30EDFD8-5DDC-96E3-2621-AE61A422FA5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A0337E1-EFA4-885E-D056-162711EB32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BBA4BA-D28A-4770-8A2C-82A8E800C3F4}" type="datetimeFigureOut">
              <a:rPr lang="es-MX" smtClean="0"/>
              <a:t>27/06/2025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2AAFCBA-A761-9123-0D55-4A47048BD2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7D6FA50-5BA1-D5DF-EBCC-105FDD84C0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D4932E-201C-4222-ABA4-973FCF244193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4050373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9BA66C5D-1A8D-7EFA-737C-FE62F83167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95434B2-AE48-812D-593C-43A020D752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40BFD33-AC86-A800-5DBF-2B50224E917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0BBA4BA-D28A-4770-8A2C-82A8E800C3F4}" type="datetimeFigureOut">
              <a:rPr lang="es-MX" smtClean="0"/>
              <a:t>27/06/2025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772BFB3-C0F2-C477-7295-3937E5D118C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7AF61F3-1D92-313B-CFD0-70D876CEAB9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7D4932E-201C-4222-ABA4-973FCF244193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6469189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MX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n 5">
            <a:extLst>
              <a:ext uri="{FF2B5EF4-FFF2-40B4-BE49-F238E27FC236}">
                <a16:creationId xmlns:a16="http://schemas.microsoft.com/office/drawing/2014/main" id="{670B52FB-C58F-9B07-3555-6BB5EAEC56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1" y="295974"/>
            <a:ext cx="11331498" cy="65620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3012539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Panorámica</PresentationFormat>
  <Paragraphs>0</Paragraphs>
  <Slides>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Tema de Office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Omar Velazquez</dc:creator>
  <cp:lastModifiedBy>Omar Velazquez</cp:lastModifiedBy>
  <cp:revision>1</cp:revision>
  <dcterms:created xsi:type="dcterms:W3CDTF">2025-06-27T08:59:00Z</dcterms:created>
  <dcterms:modified xsi:type="dcterms:W3CDTF">2025-06-27T08:59:59Z</dcterms:modified>
</cp:coreProperties>
</file>